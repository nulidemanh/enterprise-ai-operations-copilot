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Chính sách bảo mật CNTT và làm việc từ xa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Hướng dẫn vận hành an toàn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Quy định VPN và kết nối từ xa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Luôn sử dụng ứng dụng Cisco VPN chính thức của công ty khi làm việc từ xa.</a:t>
            </a:r>
          </a:p>
          <a:p>
            <a:r>
              <a:t>Không truy cập tài nguyên công ty từ Wi-Fi công cộng nếu chưa bật VPN.</a:t>
            </a:r>
          </a:p>
          <a:p>
            <a:r>
              <a:t>Xác thực đa yếu tố (MFA) qua Duo Security là bắt buộc cho mọi kết nối VPN.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Yêu cầu độ mạnh mật khẩu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Mật khẩu phải có tối thiểu 12 ký tự.</a:t>
            </a:r>
          </a:p>
          <a:p>
            <a:r>
              <a:t>Mật khẩu phải có chữ hoa, chữ thường, chữ số và ký tự đặc biệt như !, @, #.</a:t>
            </a:r>
          </a:p>
          <a:p>
            <a:r>
              <a:t>Mật khẩu phải được thay đổi mỗi 90 ngày và không được dùng lại 5 mật khẩu gần nhất.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
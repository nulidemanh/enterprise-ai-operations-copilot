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IT Security &amp; Remote Work Policy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Guidelines for Secure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VPN &amp; Remote Connection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use the official Corporate Cisco VPN client when working remotely.</a:t>
            </a:r>
          </a:p>
          <a:p>
            <a:r>
              <a:t>Never connect to corporate resources from public Wi-Fi networks (e.g. coffee shops) without VPN enabled.</a:t>
            </a:r>
          </a:p>
          <a:p>
            <a:r>
              <a:t>Multi-factor authentication (MFA) via Duo Security is mandatory for all VPN connections.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 Complexity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Passwords must be at least 12 characters in length.</a:t>
            </a:r>
          </a:p>
          <a:p>
            <a:r>
              <a:t>Must contain uppercase letters, lowercase letters, numbers, and special symbols (e.g., !, @, #).</a:t>
            </a:r>
          </a:p>
          <a:p>
            <a:r>
              <a:t>Passwords must be rotated every 90 days. Avoid reusing the last 5 passwords.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